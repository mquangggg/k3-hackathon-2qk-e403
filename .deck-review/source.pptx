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28824"/>
            <a:ext cx="4722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Học xong chưa chắc đã hiểu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496119" y="2106588"/>
            <a:ext cx="1319659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2149078"/>
            <a:ext cx="16067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VLEARN FLASH QUIZ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2481411"/>
            <a:ext cx="472276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Học viên thường chỉ nhận ra mình hổng kiến thức khi bắt đầu làm Lab.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Trong 1.261 lượt chat, tutor chỉ kiểm tra lại mức độ hiểu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lần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Người học cần một cách kiểm tra nhanh trước khi chuyển sang nội dung tiếp theo.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9352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Vì sao chọn Flash Quiz?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758032"/>
            <a:ext cx="8151763" cy="1649611"/>
          </a:xfrm>
          <a:prstGeom prst="roundRect">
            <a:avLst>
              <a:gd name="adj" fmla="val 36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7162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582838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99405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36478" y="1758032"/>
            <a:ext cx="8860" cy="16496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07597" y="1758032"/>
            <a:ext cx="8860" cy="16496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1852613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Giải pháp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80618" y="1852613"/>
            <a:ext cx="4240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Nhận định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51737" y="1852613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Quyết định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2263825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Tóm tắt bài học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80618" y="2263825"/>
            <a:ext cx="4240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Nhanh nhưng vẫn là học thụ động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51737" y="2263825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chọn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267503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Nhắc lịch học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0618" y="2675037"/>
            <a:ext cx="4240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giải quyết việc hiểu bài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51737" y="267503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chọn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30862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Flash Quiz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80618" y="3086249"/>
            <a:ext cx="4240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Buộc người học nhớ lại và trả lời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51737" y="30862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Chọn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567112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CCEE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767882"/>
            <a:ext cx="177180" cy="14175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6816" y="374429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Mục tiêu: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giúp học viên biết mình đã hiểu đến đâu chỉ trong khoảng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phút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0962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Cách sản phẩm hoạt động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228725"/>
            <a:ext cx="8151763" cy="12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Học bài → Làm Quiz → Nhận phản hồi → Xem lại nguồn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96119" y="27251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947020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055962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Chọn bài giảng.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60601" y="27251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947020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3055962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tạo 5 câu hỏi.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25083" y="27251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947020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6025083" y="3055962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Học viên chọn đáp án.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6119" y="353652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758431"/>
            <a:ext cx="400496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867373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Hệ thống giải thích đúng/sai.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42842" y="353652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758431"/>
            <a:ext cx="400496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867373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Nhấn vào nguồn để quay lại đúng slide.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6119" y="436565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Tutor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hỗ trợ giải thích thêm khi học viên chưa hiểu.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596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Kết quả kiểm thử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584647"/>
            <a:ext cx="1850082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1627138"/>
            <a:ext cx="21371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SET: 20 TÌNH HUỐNG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94022" y="1959471"/>
            <a:ext cx="4107135" cy="1621557"/>
          </a:xfrm>
          <a:prstGeom prst="roundRect">
            <a:avLst>
              <a:gd name="adj" fmla="val 6295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101230"/>
            <a:ext cx="38236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Chỉ tiêu &amp; Kết quả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5781" y="2475533"/>
            <a:ext cx="3823618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Mức nhóm đặt ra: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≥80%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 thực tế: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[XX]/20 case — [YY]%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10123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Kiểm tra trên 4 nhóm tình huống: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49701" y="247553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Trả lời đúng theo tài liệu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Câu hỏi thiếu thông tin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Yêu cầu ngoài phạm vi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Thuật ngữ chuyên ngành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740497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CCEE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941266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6816" y="3917677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Case khó nhất: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[Tên case hoặc lỗi nhóm gặp]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4300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Người dùng nói gì?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932980"/>
            <a:ext cx="4004965" cy="1001985"/>
          </a:xfrm>
          <a:prstGeom prst="roundRect">
            <a:avLst>
              <a:gd name="adj" fmla="val 594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113" y="1866974"/>
            <a:ext cx="170111" cy="17011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978" y="2830860"/>
            <a:ext cx="170111" cy="1701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7770" y="2164631"/>
            <a:ext cx="3541663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"[Quote ngắn của người dùng 1]"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[Tên, vai trò]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642842" y="1932980"/>
            <a:ext cx="4005039" cy="1001985"/>
          </a:xfrm>
          <a:prstGeom prst="roundRect">
            <a:avLst>
              <a:gd name="adj" fmla="val 594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837" y="1866974"/>
            <a:ext cx="170111" cy="170111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776" y="2830860"/>
            <a:ext cx="170111" cy="17011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74493" y="2164631"/>
            <a:ext cx="3541737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"[Quote ngắn của người dùng 2]"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[Tên, vai trò]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496119" y="3147566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Sau khi test, nhóm đã thay đổi: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496119" y="373231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[Trước đây như thế nào] → [Đã sửa như thế nào]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859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Nếu có thêm một tuần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1921669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917278"/>
            <a:ext cx="2138437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Sinh quiz theo đúng slide học viên đang xem.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1921669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33130" y="1917278"/>
            <a:ext cx="2138437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Cá nhân hóa câu hỏi dựa trên các đáp án sai.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879" y="1921669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09445" y="1917278"/>
            <a:ext cx="2138437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Theo dõi mức độ tiến bộ qua từng buổi học.</a:t>
            </a:r>
            <a:endParaRPr lang="en-US" sz="1450" dirty="0"/>
          </a:p>
        </p:txBody>
      </p:sp>
      <p:sp>
        <p:nvSpPr>
          <p:cNvPr id="9" name="Shape 4"/>
          <p:cNvSpPr/>
          <p:nvPr/>
        </p:nvSpPr>
        <p:spPr>
          <a:xfrm>
            <a:off x="496119" y="2577257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0" name="Text 5"/>
          <p:cNvSpPr/>
          <p:nvPr/>
        </p:nvSpPr>
        <p:spPr>
          <a:xfrm>
            <a:off x="496119" y="2844329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Bài học lớn nhất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708720" y="3588544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Sản phẩm không chỉ cần trả lời đúng, mà phải giúp người học nhận ra mình chưa hiểu ở đâu.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429074"/>
            <a:ext cx="19050" cy="545753"/>
          </a:xfrm>
          <a:prstGeom prst="roundRect">
            <a:avLst>
              <a:gd name="adj" fmla="val 50000"/>
            </a:avLst>
          </a:prstGeom>
          <a:solidFill>
            <a:srgbClr val="007EB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2026-07-31T01:34:53Z</dcterms:created>
  <dcterms:modified xsi:type="dcterms:W3CDTF">2026-07-31T01:34:53Z</dcterms:modified>
</cp:coreProperties>
</file>